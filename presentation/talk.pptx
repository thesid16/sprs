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9" Type="http://schemas.openxmlformats.org/officeDocument/2006/relationships/viewProps" Target="viewProps.xml" /><Relationship Id="rId1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1" Type="http://schemas.openxmlformats.org/officeDocument/2006/relationships/tableStyles" Target="tableStyles.xml" /><Relationship Id="rId2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.png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5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7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8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9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0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11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Bitwise-Reproducible Reduction Across Cluster Reshape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A Compiler/Fabric ABI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same sum, twice, different answers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Reduce the identical bytes on a cluster. Reshape it. Reduce again.</a:t>
            </a:r>
          </a:p>
          <a:p>
            <a:pPr lvl="0"/>
            <a:r>
              <a:rPr/>
              <a:t>Floating-point addition is not associative.</a:t>
            </a:r>
          </a:p>
          <a:p>
            <a:pPr lvl="0"/>
            <a:r>
              <a:rPr/>
              <a:t>Changing the worker count changes </a:t>
            </a:r>
            <a:r>
              <a:rPr i="1"/>
              <a:t>which operands pair</a:t>
            </a:r>
            <a:r>
              <a:rPr/>
              <a:t>.</a:t>
            </a:r>
          </a:p>
          <a:p>
            <a:pPr lvl="0"/>
            <a:r>
              <a:rPr/>
              <a:t>So the bit pattern changes.</a:t>
            </a:r>
          </a:p>
          <a:p>
            <a:pPr lvl="0" indent="0" marL="0">
              <a:buNone/>
            </a:pPr>
            <a:r>
              <a:rPr/>
              <a:t>Measured, not asserted: across fourteen world sizes, fourteen distinct roots on identical input.</a:t>
            </a:r>
          </a:p>
        </p:txBody>
      </p:sp>
      <p:pic>
        <p:nvPicPr>
          <p:cNvPr descr="../paper_mid/figures/rendered/f01_premise_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71600"/>
            <a:ext cx="5105400" cy="2044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Debugging</a:t>
            </a:r>
            <a:r>
              <a:rPr/>
              <a:t> — a run that cannot be reproduced cannot be bisected.</a:t>
            </a:r>
          </a:p>
          <a:p>
            <a:pPr lvl="0"/>
            <a:r>
              <a:rPr b="1"/>
              <a:t>Regulation and audit</a:t>
            </a:r>
            <a:r>
              <a:rPr/>
              <a:t> — “same input, same output” is often a requirement.</a:t>
            </a:r>
          </a:p>
          <a:p>
            <a:pPr lvl="0"/>
            <a:r>
              <a:rPr b="1"/>
              <a:t>Elasticity</a:t>
            </a:r>
            <a:r>
              <a:rPr/>
              <a:t> — cloud clusters reshape by design.</a:t>
            </a:r>
          </a:p>
          <a:p>
            <a:pPr lvl="0" indent="0" marL="0">
              <a:buNone/>
            </a:pPr>
            <a:r>
              <a:rPr/>
              <a:t>The usual answers: fix the worker count (gives up elasticity), or sort and compensate at every step (costly, and still order-dependent under reshape).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idea: name one order, and make it a contract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Fix a canonical reduction tree FBT(N) — heap-indexed, leaves in ascending index order.</a:t>
            </a:r>
          </a:p>
          <a:p>
            <a:pPr lvl="0" indent="0" marL="0">
              <a:buNone/>
            </a:pPr>
            <a:r>
              <a:rPr/>
              <a:t>The result is defined by the </a:t>
            </a:r>
            <a:r>
              <a:rPr b="1"/>
              <a:t>tree</a:t>
            </a:r>
            <a:r>
              <a:rPr/>
              <a:t>, not by the machine that walks it.</a:t>
            </a:r>
          </a:p>
          <a:p>
            <a:pPr lvl="0" indent="0" marL="0">
              <a:buNone/>
            </a:pPr>
            <a:r>
              <a:rPr/>
              <a:t>The compiler must prove it emits that tree; the fabric must refuse to execute anything else.</a:t>
            </a:r>
          </a:p>
        </p:txBody>
      </p:sp>
      <p:pic>
        <p:nvPicPr>
          <p:cNvPr descr="../paper_mid/figures/rendered/f02_canonical_tree_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44500"/>
            <a:ext cx="5105400" cy="3898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Claim 1 — the root does not depend on the topology</a:t>
            </a:r>
          </a:p>
        </p:txBody>
      </p:sp>
      <p:pic>
        <p:nvPicPr>
          <p:cNvPr descr="../paper_mid/figures/rendered/f03_claim1_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574800"/>
            <a:ext cx="8229600" cy="2628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Routes differ. The reduction DAG does not. The 64-bit root does not.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fabric enforces it below the software</a:t>
            </a:r>
          </a:p>
        </p:txBody>
      </p:sp>
      <p:pic>
        <p:nvPicPr>
          <p:cNvPr descr="../paper_mid/figures/rendered/f04_fabric_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47800" y="1193800"/>
            <a:ext cx="62611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Property 2 — fail-stop, not wrong-answer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missing or misrouted operand must </a:t>
            </a:r>
            <a:r>
              <a:rPr b="1"/>
              <a:t>halt</a:t>
            </a:r>
            <a:r>
              <a:rPr/>
              <a:t> the run.</a:t>
            </a:r>
          </a:p>
          <a:p>
            <a:pPr lvl="0" indent="0" marL="0">
              <a:buNone/>
            </a:pPr>
            <a:r>
              <a:rPr/>
              <a:t>It must never silently produce a different root — a wrong answer that looks like a right one is the failure mode that matters.</a:t>
            </a:r>
          </a:p>
        </p:txBody>
      </p:sp>
      <p:pic>
        <p:nvPicPr>
          <p:cNvPr descr="../paper_mid/figures/rendered/f05_failstop_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95300"/>
            <a:ext cx="5105400" cy="3784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compiler discharges the obligations</a:t>
            </a:r>
          </a:p>
        </p:txBody>
      </p:sp>
      <p:pic>
        <p:nvPicPr>
          <p:cNvPr descr="../paper_mid/figures/rendered/f06_compiler_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625600"/>
            <a:ext cx="8229600" cy="2527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campaign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2,844 compilations attempted</a:t>
            </a:r>
          </a:p>
          <a:p>
            <a:pPr lvl="0"/>
            <a:r>
              <a:rPr/>
              <a:t>2,822 passing hardware runs</a:t>
            </a:r>
          </a:p>
          <a:p>
            <a:pPr lvl="0"/>
            <a:r>
              <a:rPr/>
              <a:t>39 of 40 instances hardware-validated</a:t>
            </a:r>
          </a:p>
          <a:p>
            <a:pPr lvl="0"/>
            <a:r>
              <a:rPr/>
              <a:t>6 topologies, N from 8 to 8192</a:t>
            </a:r>
          </a:p>
          <a:p>
            <a:pPr lvl="0" indent="0" marL="0">
              <a:buNone/>
            </a:pPr>
            <a:r>
              <a:rPr/>
              <a:t>The 40th instance elaborates completely; the simulator emits no kernel for it. We report that, and assert no cause.</a:t>
            </a:r>
          </a:p>
        </p:txBody>
      </p:sp>
      <p:pic>
        <p:nvPicPr>
          <p:cNvPr descr="../paper_mid/figures/rendered/f07_campaign_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19100"/>
            <a:ext cx="5105400" cy="3962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Cross-topology invariance holds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/>
            <a:r>
              <a:rPr/>
              <a:t>Every passing configuration yields a single root per instance.</a:t>
            </a:r>
          </a:p>
          <a:p>
            <a:pPr lvl="0"/>
            <a:r>
              <a:rPr/>
              <a:t>Mutation testing shows the oracle is not vacuous — reordering </a:t>
            </a:r>
            <a:r>
              <a:rPr i="1"/>
              <a:t>does</a:t>
            </a:r>
            <a:r>
              <a:rPr/>
              <a:t> change the root, at twelve of the sixteen leaf counts.</a:t>
            </a:r>
          </a:p>
        </p:txBody>
      </p:sp>
      <p:pic>
        <p:nvPicPr>
          <p:cNvPr descr="../paper_mid/figures/rendered/f09_omega_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1371600"/>
            <a:ext cx="5105400" cy="2044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Which algorithm should you actually run?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portfolio of </a:t>
            </a:r>
            <a:r>
              <a:rPr b="1"/>
              <a:t>four</a:t>
            </a:r>
            <a:r>
              <a:rPr/>
              <a:t> configurations, run and minimised over:</a:t>
            </a:r>
          </a:p>
          <a:p>
            <a:pPr lvl="0"/>
            <a:r>
              <a:rPr/>
              <a:t>1.0391 mean regret on a topology it never saw (95% CI [1.0025, 1.0885])</a:t>
            </a:r>
          </a:p>
          <a:p>
            <a:pPr lvl="0"/>
            <a:r>
              <a:rPr/>
              <a:t>versus 1.0488 for a rule that </a:t>
            </a:r>
            <a:r>
              <a:rPr i="1"/>
              <a:t>conditions</a:t>
            </a:r>
            <a:r>
              <a:rPr/>
              <a:t> on topology</a:t>
            </a:r>
          </a:p>
          <a:p>
            <a:pPr lvl="0" indent="0" marL="0">
              <a:buNone/>
            </a:pPr>
            <a:r>
              <a:rPr/>
              <a:t>Ignoring topology beats conditioning on it.</a:t>
            </a:r>
          </a:p>
        </p:txBody>
      </p:sp>
      <p:pic>
        <p:nvPicPr>
          <p:cNvPr descr="../paper_mid/figures/rendered/f10_selection_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723900"/>
            <a:ext cx="5105400" cy="3327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it costs, in software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Pre-registered, and unfavourable:</a:t>
            </a:r>
          </a:p>
          <a:p>
            <a:pPr lvl="0"/>
            <a:r>
              <a:rPr/>
              <a:t>2.57x stock </a:t>
            </a:r>
            <a:r>
              <a:rPr>
                <a:latin typeface="Courier"/>
              </a:rPr>
              <a:t>ncclAllReduce</a:t>
            </a:r>
            <a:r>
              <a:rPr/>
              <a:t> at G=2</a:t>
            </a:r>
          </a:p>
          <a:p>
            <a:pPr lvl="0"/>
            <a:r>
              <a:rPr/>
              <a:t>provisional — measured under GPU contention</a:t>
            </a:r>
          </a:p>
          <a:p>
            <a:pPr lvl="0"/>
            <a:r>
              <a:rPr/>
              <a:t>about half of it is algorithmic at G=2, not an implementation defect</a:t>
            </a:r>
          </a:p>
          <a:p>
            <a:pPr lvl="0" indent="0" marL="0">
              <a:buNone/>
            </a:pPr>
            <a:r>
              <a:rPr/>
              <a:t>We pre-registered this comparison before running it, and report the branch we hit.</a:t>
            </a:r>
          </a:p>
        </p:txBody>
      </p:sp>
      <p:pic>
        <p:nvPicPr>
          <p:cNvPr descr="../paper_mid/figures/rendered/f11_export_cost_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68700" y="444500"/>
            <a:ext cx="51054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we got wrong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Our own FP64 adder had a defect on effective subtraction — and our Python oracle was a transcription of that RTL, so it agreed.</a:t>
            </a:r>
          </a:p>
          <a:p>
            <a:pPr lvl="0" indent="0" marL="0">
              <a:buNone/>
            </a:pPr>
            <a:r>
              <a:rPr/>
              <a:t>Found by scoring against references </a:t>
            </a:r>
            <a:r>
              <a:rPr b="1"/>
              <a:t>external</a:t>
            </a:r>
            <a:r>
              <a:rPr/>
              <a:t> to the design: exact rationals and the host FPU.</a:t>
            </a:r>
          </a:p>
          <a:p>
            <a:pPr lvl="0" indent="0" marL="0">
              <a:buNone/>
            </a:pPr>
            <a:r>
              <a:rPr/>
              <a:t>Zero errors on 160,800 vectors after repair, beside a control that fires on 15,717 of 62,320.</a:t>
            </a:r>
          </a:p>
        </p:txBody>
      </p:sp>
      <p:pic>
        <p:nvPicPr>
          <p:cNvPr descr="../paper_mid/figures/rendered/f12_fp64_defect_a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051300" y="203200"/>
            <a:ext cx="41529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Limitations we are not hiding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 silicon: RTL simulation of a single-chip fabric.</a:t>
            </a:r>
          </a:p>
          <a:p>
            <a:pPr lvl="0"/>
            <a:r>
              <a:rPr/>
              <a:t>No measured same-fabric eta at non-power-of-two scale. At power-of-two, eta = 1 is a </a:t>
            </a:r>
            <a:r>
              <a:rPr b="1"/>
              <a:t>theorem</a:t>
            </a:r>
            <a:r>
              <a:rPr/>
              <a:t>, not a measurement.</a:t>
            </a:r>
          </a:p>
          <a:p>
            <a:pPr lvl="0"/>
            <a:r>
              <a:rPr/>
              <a:t>The suite confounds N and G; no cell-level recommendation is derivable.</a:t>
            </a:r>
          </a:p>
          <a:p>
            <a:pPr lvl="0"/>
            <a:r>
              <a:rPr/>
              <a:t>The software export is slower than stock NCCL, and we say by how much.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Reproducibility across reshape is achievable as an </a:t>
            </a:r>
            <a:r>
              <a:rPr b="1"/>
              <a:t>interface contract</a:t>
            </a:r>
            <a:r>
              <a:rPr/>
              <a:t>: the compiler proves the order, the fabric refuses anything else, and the result stops depending on the shape of the machine.</a:t>
            </a:r>
          </a:p>
          <a:p>
            <a:pPr lvl="0"/>
            <a:r>
              <a:rPr/>
              <a:t>Bitwise-identical roots across six topologies.</a:t>
            </a:r>
          </a:p>
          <a:p>
            <a:pPr lvl="0"/>
            <a:r>
              <a:rPr/>
              <a:t>Fail-stop rather than silently wrong.</a:t>
            </a:r>
          </a:p>
          <a:p>
            <a:pPr lvl="0"/>
            <a:r>
              <a:rPr/>
              <a:t>A four-configuration portfolio that transfers to unseen topologies.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Bitwise-Reproducible Reduction Across Cluster Reshape</dc:title>
  <dc:creator>A Compiler/Fabric ABI</dc:creator>
  <cp:keywords/>
  <dcterms:created xsi:type="dcterms:W3CDTF">2026-09-08T16:56:59Z</dcterms:created>
  <dcterms:modified xsi:type="dcterms:W3CDTF">2026-09-08T16:56:59Z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